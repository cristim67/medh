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MEDE · CP[0–6] · [NUMELE ETAPEI] · SĂPTĂMÂNA [__]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[Nume Prenume] · [ID unitate, ex. U1] · [Titlul proiectului]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Întrebarea mea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B7684"/>
                </a:solidFill>
              </a:rPr>
              <a:t>[O singură propoziție: ce vreau să aflu despre unitatea mea și pentru cine. Nu se schimbă de la un checkpoint la altul decât dacă pivotez.]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Unitatea și sursele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B7684"/>
                </a:solidFill>
              </a:rPr>
              <a:t>[Unitatea de analiză → sursa 1 + sursa 2 (+ sursa 3), cu pasul de timp ales]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Cui îi folosește răspunsul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B7684"/>
                </a:solidFill>
              </a:rPr>
              <a:t>[O linie: pentru cine contează structura descoperită — ex. „ce înseamnă clusterul 3 pentru un agronom”]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19456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Unde am ajuns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B7684"/>
                </a:solidFill>
              </a:rPr>
              <a:t>Etapa curentă: [aliniere / trăsături / relații / structuri / interpretare / explorator]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B7684"/>
                </a:solidFill>
              </a:rPr>
              <a:t>Făcut de la ultimul checkpoint: [2–3 lucruri concrete]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6B7684"/>
                </a:solidFill>
              </a:rPr>
              <a:t>Ce am schimbat față de plan: [nimic / ce și de ce]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1 din 3 · Fișier Moodle: CP[n]_[Nume].pdf · Prezentare: 3 minute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DOVADA ETAPEI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[Un titlu care spune rezultatul, nu subiectul — ex. „Meteo + sol separă regimurile de umiditate pe care S2 singur le confundă”]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28600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684"/>
                </a:solidFill>
              </a:rPr>
              <a:t>[AICI: un singur tabel sau o singură figură. Nu text.]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684"/>
                </a:solidFill>
              </a:rPr>
              <a:t>CP1: data card + tabelul aliniat + acoperirea · CP2: matricea X + scree/loadings · CP3: harta relațiilor + protocolul · CP4: o sursă vs. toate, cu intervale + ablație · CP5: figura centrală · CP6: demo din explorator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4592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Cum se verifică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684"/>
                </a:solidFill>
              </a:rPr>
              <a:t>Repo / notebook: [link]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684"/>
                </a:solidFill>
              </a:rPr>
              <a:t>Surse: [set, versiune, perioadă] × [n surse]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684"/>
                </a:solidFill>
              </a:rPr>
              <a:t>Unitate × pas de timp: [n observații × d trăsături]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684"/>
                </a:solidFill>
              </a:rPr>
              <a:t>Split: [temporal / spațial / LOYO]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684"/>
                </a:solidFill>
              </a:rPr>
              <a:t>Seed-uri / rulări: [n]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7684"/>
                </a:solidFill>
              </a:rPr>
              <a:t>Baseline „o singură sursă”: [valoare]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B7684"/>
                </a:solidFill>
              </a:rPr>
              <a:t>Ce înseamnă rezultatul: [o propoziție]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2 din 3 · O singură figură sau tabel, cu axe, unități și baseline-ul vizibil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BLOCAJE ȘI URMĂTOARELE DOUĂ SĂPTĂMÂNI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Blocaje și următorii pași la CP[n+1]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Blocaje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B7684"/>
                </a:solidFill>
              </a:rPr>
              <a:t>1. [Blocaj concret — ex. „ERA5-Land nu se aliniază temporal cu seriile S2”] → [ce am încercat] → [ce am nevoie: decizie / date / ajutor]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6B7684"/>
                </a:solidFill>
              </a:rPr>
              <a:t>2. [Blocaj sau risc]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7684"/>
                </a:solidFill>
              </a:rPr>
              <a:t>Dacă nu am blocaje, scriu riscul cel mai mare pentru etapa următoare.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931920" cy="2468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8702A"/>
                </a:solidFill>
              </a:rPr>
              <a:t>Planul pe 2 săptămâni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9D1DC"/>
                </a:solidFill>
              </a:rPr>
              <a:t>Săptămâna [n+1]: [livrabil verificabil]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9D1DC"/>
                </a:solidFill>
              </a:rPr>
              <a:t>Săptămâna [n+2]: [livrabil verificabil]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9D1DC"/>
                </a:solidFill>
              </a:rPr>
              <a:t>La CP[n+1] arăt: [tabelul / figura pe care o voi avea]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9D1DC"/>
                </a:solidFill>
              </a:rPr>
              <a:t>Comparația obligatorie pe care o pregătesc: [o sursă vs. toate / aliniere A vs. B]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C9D1DC"/>
                </a:solidFill>
              </a:rPr>
              <a:t>Secțiunea de articol pe care o scriu: [Related Work / Data / Methods / Results / Discussion]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3 din 3 · Întrebarea pentru profesor / grup, dacă există: [__]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Macintosh PowerPoint</Application>
  <PresentationFormat>On-screen Show (16:9)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Cambria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Daniela F.</cp:lastModifiedBy>
  <cp:revision>2</cp:revision>
  <dcterms:created xsi:type="dcterms:W3CDTF">2026-10-07T14:41:20Z</dcterms:created>
  <dcterms:modified xsi:type="dcterms:W3CDTF">2026-10-07T15:42:00Z</dcterms:modified>
</cp:coreProperties>
</file>